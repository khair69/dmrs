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DD3C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Diabetes</c:v>
                  </c:pt>
                  <c:pt idx="1">
                    <c:v>Cardiovascular</c:v>
                  </c:pt>
                  <c:pt idx="2">
                    <c:v>Readmission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0.82</c:v>
                </c:pt>
                <c:pt idx="1">
                  <c:v>0.93</c:v>
                </c:pt>
                <c:pt idx="2">
                  <c:v>0.63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737360"/>
            <a:ext cx="822960" cy="14630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9202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DMRS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Medical Records System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FHIR-native records  ·  Clinical Decision Support  ·  AI risk prediction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 — 2026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Khair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46304" cy="38404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65760"/>
            <a:ext cx="7790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04672" y="896112"/>
            <a:ext cx="7790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data is hard to share, and care is mostly reactive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560320" cy="2743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91440" cy="2743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7190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Fragmented records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121408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 is locked in incompatible systems that don't talk to each other.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560320" cy="2743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554480"/>
            <a:ext cx="91440" cy="2743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3547872" y="17190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Limited interoperability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47872" y="2121408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shared standard, exchanging data between systems is slow and lossy.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554480"/>
            <a:ext cx="2560320" cy="2743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554480"/>
            <a:ext cx="91440" cy="2743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6291072" y="17190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Reactive, not proactive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91072" y="2121408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often noticed late — there's little predictive support at the point of care.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46304" cy="38404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65760"/>
            <a:ext cx="7790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DMRS does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04672" y="896112"/>
            <a:ext cx="7790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layers, built on one standards-based foundation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560320" cy="29260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91440" cy="2926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7190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·  Standards-based record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121408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R5 resources for patients, conditions, observations, medications and more</a:t>
            </a:r>
            <a:endParaRPr lang="en-US" sz="12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versioning, history and search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560320" cy="29260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554480"/>
            <a:ext cx="91440" cy="2926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3547872" y="17190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·  Decision support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47872" y="2121408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configurable rule engine (CDS Hooks + JSON-Logic)</a:t>
            </a:r>
            <a:endParaRPr lang="en-US" sz="12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knowledge: dosing, safety, interactions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554480"/>
            <a:ext cx="2560320" cy="29260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554480"/>
            <a:ext cx="91440" cy="2926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6291072" y="17190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·  AI risk prediction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91072" y="2121408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trained models scoring risk from the patient's own FHIR data</a:t>
            </a:r>
            <a:endParaRPr lang="en-US" sz="12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Surfaced on the chart and a population watchlist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46304" cy="38404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65760"/>
            <a:ext cx="7790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FHIR &amp; interoperability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04672" y="896112"/>
            <a:ext cx="7790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HL7 FHIR R5 — and how resources are stored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4572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is the modern HL7 standard for exchanging healthcare data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DMRS targets R5 via the Firely .NET SDK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stored as raw FHIR JSON for full fidelity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version table gives a complete audit trail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denormalized index powers fast parameter search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40680" y="1554480"/>
            <a:ext cx="3154680" cy="13716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40680" y="1554480"/>
            <a:ext cx="91440" cy="13716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5532120" y="1627632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720840" y="16916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resource types served by one generic controller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40680" y="3200400"/>
            <a:ext cx="3154680" cy="13716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40680" y="3200400"/>
            <a:ext cx="91440" cy="13716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5532120" y="3273552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R5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720840" y="3310128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FHIR release, validated against the official spec on every write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46304" cy="38404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65760"/>
            <a:ext cx="7790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148840" y="2880360"/>
            <a:ext cx="1051560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2880360"/>
            <a:ext cx="914400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2286000"/>
            <a:ext cx="0" cy="-50292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3291840"/>
            <a:ext cx="0" cy="45720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69480" y="3291840"/>
            <a:ext cx="0" cy="45720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46888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4688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Blazor WASM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0" y="246888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0E7C86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46120" y="24688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DMRS.Api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(ASP.NET Core 10 · FHIR · CDS · AI)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0" y="246888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246888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API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566160" y="137160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0B3B45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11880" y="1371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— OAuth2 / OIDC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566160" y="374904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334155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11880" y="3749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(DMRS)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92240" y="3749040"/>
            <a:ext cx="1874520" cy="640080"/>
          </a:xfrm>
          <a:prstGeom prst="roundRect">
            <a:avLst>
              <a:gd name="adj" fmla="val 11429"/>
            </a:avLst>
          </a:prstGeom>
          <a:solidFill>
            <a:srgbClr val="334155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37960" y="37490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(Medicine)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374904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14B8A6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3749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risk models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00400" y="3182112"/>
            <a:ext cx="-1508760" cy="566928"/>
          </a:xfrm>
          <a:prstGeom prst="line">
            <a:avLst/>
          </a:prstGeom>
          <a:noFill/>
          <a:ln w="19050">
            <a:solidFill>
              <a:srgbClr val="14B8A6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→ API over HTTPS + JWT · API loads ONNX models in-process · CDS pulls drug knowledge from the Medicine Info API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46304" cy="38404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65760"/>
            <a:ext cx="7790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Decision Support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04672" y="896112"/>
            <a:ext cx="7790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alerts at the point of care — not hard-coded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840480" cy="13258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91440" cy="13258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7647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CDS Hooks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16712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hook endpoints fire when a clinician acts (e.g. prescribing).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17720" y="1600200"/>
            <a:ext cx="3840480" cy="13258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600200"/>
            <a:ext cx="91440" cy="13258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4873752" y="17647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 engine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73752" y="216712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JSON-Logic rules over clinical, medicine and AI variables produce cards.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3840480" cy="13258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108960"/>
            <a:ext cx="91440" cy="13258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32735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Authoring workbench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4672" y="367588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create rules from templates, validate, preview, publish &amp; version.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17720" y="3108960"/>
            <a:ext cx="3840480" cy="13258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3108960"/>
            <a:ext cx="91440" cy="13258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4873752" y="32735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Medicine knowledge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73752" y="367588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Dosing limits, controlled-substance and duplicate-ingredient checks.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46304" cy="38404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65760"/>
            <a:ext cx="7790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risk models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04672" y="896112"/>
            <a:ext cx="7790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public datasets · scored from each patient's FHIR data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931920" cy="9144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91440" cy="9144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7190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Diabetes risk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1214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Glucose, BP, BMI, 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78608"/>
            <a:ext cx="3931920" cy="9144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578608"/>
            <a:ext cx="91440" cy="9144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743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Cardiovascular risk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4672" y="314553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sex, BP, cholesterol, HR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602736"/>
            <a:ext cx="3931920" cy="9144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602736"/>
            <a:ext cx="91440" cy="9144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37673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Readmission risk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4672" y="416966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conditions, meds, visits, procedures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(ROC-AUC)</a:t>
            </a:r>
            <a:endParaRPr lang="en-US" sz="12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4846320" y="1691640"/>
          <a:ext cx="38404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models use only features recoverable from FHIR, so they score real patient data. Missing values are imputed and flagged.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46304" cy="38404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65760"/>
            <a:ext cx="7790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840480" cy="14173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91440" cy="14173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5819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198424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10 Web API</a:t>
            </a:r>
            <a:endParaRPr lang="en-US" sz="12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10</a:t>
            </a:r>
            <a:endParaRPr lang="en-US" sz="12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Firely HL7.Fhir.R5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1417320"/>
            <a:ext cx="3840480" cy="14173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417320"/>
            <a:ext cx="91440" cy="1417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4873752" y="15819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73752" y="198424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Blazor WebAssembly (.NET 10)</a:t>
            </a:r>
            <a:endParaRPr lang="en-US" sz="12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2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auth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3840480" cy="14173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017520"/>
            <a:ext cx="91440" cy="14173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1821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4672" y="358444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(OAuth2 / OIDC)</a:t>
            </a:r>
            <a:endParaRPr lang="en-US" sz="12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SMART-style scopes</a:t>
            </a:r>
            <a:endParaRPr lang="en-US" sz="12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17720" y="3017520"/>
            <a:ext cx="3840480" cy="14173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3017520"/>
            <a:ext cx="91440" cy="1417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4873752" y="31821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/ ML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73752" y="358444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(training)</a:t>
            </a:r>
            <a:endParaRPr lang="en-US" sz="12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skl2onnx export</a:t>
            </a:r>
            <a:endParaRPr lang="en-US" sz="12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 (inference)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46304" cy="38404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65760"/>
            <a:ext cx="7790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learnings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generic FHIR store (raw JSON + version + search index) that stays flexible across 15 resource types</a:t>
            </a:r>
            <a:endParaRPr lang="en-US" sz="1450" dirty="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 ONNX export right — forcing the input name and real probability output (a subtle skl2onnx gotcha)</a:t>
            </a:r>
            <a:endParaRPr lang="en-US" sz="1450" dirty="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model features that can actually be recovered from a FHIR record, then imputing the rest safely</a:t>
            </a:r>
            <a:endParaRPr lang="en-US" sz="1450" dirty="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rule engine that lets admins combine clinical data, drug knowledge and AI risk without code</a:t>
            </a:r>
            <a:endParaRPr lang="en-US" sz="1450" dirty="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three services + Keycloak + two databases into one reliable local stack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46304" cy="38404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65760"/>
            <a:ext cx="7790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840480" cy="13716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91440" cy="13716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6276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tests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02996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&amp; integration coverage for the API, CDS and risk services.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1463040"/>
            <a:ext cx="3840480" cy="13716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463040"/>
            <a:ext cx="91440" cy="13716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4873752" y="16276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deployment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73752" y="202996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Dockerize, secrets management, TLS, CI/CD and health checks.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3840480" cy="13716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017520"/>
            <a:ext cx="91440" cy="13716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1821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drug data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4672" y="358444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mock provider for the live RxNorm knowledge source.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17720" y="3017520"/>
            <a:ext cx="3840480" cy="13716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3017520"/>
            <a:ext cx="91440" cy="13716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4873752" y="31821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&amp; better models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73752" y="358444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models and retrain on real, local population data.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691640"/>
            <a:ext cx="822960" cy="14630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745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FHIR-native record, decision support, and three AI risk models — tied together by a configurable rule engine.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794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DMRS — Graduation Project</dc:title>
  <dc:subject>PptxGenJS Presentation</dc:subject>
  <dc:creator>Khair</dc:creator>
  <cp:lastModifiedBy>Khair</cp:lastModifiedBy>
  <cp:revision>1</cp:revision>
  <dcterms:created xsi:type="dcterms:W3CDTF">2026-06-09T13:14:58Z</dcterms:created>
  <dcterms:modified xsi:type="dcterms:W3CDTF">2026-06-09T13:14:58Z</dcterms:modified>
</cp:coreProperties>
</file>